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Happiest Healthy Digital Twin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Living Virtual Physiological Model for Chronic Disease Tracking, Evidence-Backed Insights, and Counterfactual What-If Simulations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Digital Twin Challenge 2026 — Prototype &amp; Code Submission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Team Name: Team Digital Twin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Team Members: Shrushti Kakade &amp; Chaitanya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College / Incubator: Engineering &amp; Health Sciences Innovation Incubator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GitHub: https://github.com/ShrushtiKakade/Digital_Twin.git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Problem Statement &amp; Clinical Motivation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Moving Beyond Passive Dashboards to an Active Computational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The Telemetry Gap: Traditional apps display isolated vitals (HR, sleep, steps) with zero biological context or longitudinal coherence.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The Clinical Need: Hypertensive patients like Rahul (52M) experience acute exacerbations between sparse outpatient clinic visits.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Our Solution: A dynamic Digital Twin continuously aggregating longitudinal EHR records and high-frequency wearable sensor streams.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Real-World Messiness Handled: Active identification of stale sensors, missing units, out-of-range anomalies, and temporal drift.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Healthcare Use Cases &amp; Target Users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Bridging Outpatient Care, Personal Health Agency, and Clinical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Primary Clinicians (Cardiologists): Inter-visit surveillance, automated clinical trend identification, and risk stratifications.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Patients (Rahul Verma - 52M Hypertensive): Real-time physiological twin feedback, sleep debt alerts, and lifestyle empowerment.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Clinical Researchers: In silico counterfactual experimentation to simulate outcome trajectories without patient risk.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Health System Administrators: Interoperability via HL7 FHIR standards, role-based access control, and immutable audit trails.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System Architecture &amp; Technology Stack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Modular, Polyglot, and Horizontally Scalable Multi-Tier Infrastructure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Frontend: React 18, Vite, Tailwind CSS, Recharts for time-series charts, and Lucide icons.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Backend Orchestrator: Java 17 LTS + Spring Boot 3.2 (REST Gateway, Validation, Twin Engine, Audit Ledger).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AI &amp; Predictive Microservice: Python 3.11 + FastAPI + Uvicorn (Scikit-Learn, NumPy, Pydantic v2).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Relational Database: MySQL 8.x (11 relational tables with strict foreign keys, indexes, and provenance links).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Security &amp; Boundaries: Frontend never directly queries the database or invokes ML models directly; Spring Boot enforces RBAC.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The Four Architectural Data Planes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Strict Separation of Provenance, Calculations, Insights, and Sandbox Projections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1. Observed Data (Raw &amp; Immutable): Time-series sensor streams and laboratory observations with source provenance tags.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2. Calculated Twin State: Continually recalculated 7-day and 24-hour moving baselines reflecting evolving physiological state.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3. Evidence-Backed Insights: Statistical change detection linked directly to underlying record IDs with confidence scoring.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4. Predictive &amp; Simulation Plane: Calibrated ML risk projections and zero-mutation hypothetical 'What-If'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Continuous Ingestion &amp; Digital Twin Updating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High-Frequency Wearables Meets Longitudinal Electronic Health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Wearable Ingestion &amp; Simulator: Dual-mode engine supporting live streaming telemetry and controllable anomaly scenarios.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EHR Ingestion Pipeline: Ingests LOINC laboratory panels (Serum Creatinine, HbA1c, Lipids) and ICD-10 diagnoses via validated CSV/JSON.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Automated Recalculation: Ingestion triggers asynchronous baseline delta comparison against patient historical records.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Living Snapshot Versioning: Every state calculation is permanently indexed with exact source record provenance references.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AI/ML Framework &amp; Predictive Modeling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Calibrated 30-Day Cardiovascular Exacerbation Risk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Specific Prediction Target: 30-Day Cardiovascular Decompensation Probability for hypertensive cohort.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Feature Engineering: Integrates Systolic BP, Resting HR, 7-Day Sleep Deficit, Ambulatory Steps, and Medication Adherence.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Statistical Calibration: Logistic Regression / Random Forest calibrated to epidemiologic cardiovascular risk guidelines.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Transparent Explainability: Outputs 95% Confidence Intervals and horizontal Feature Attribution bars (SHAP-style weights).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The Standout Feature: What-If Counterfactual Sandbox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In Silico Scenario Modeling with Zero Mutation of Real Patient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Interactive Parameter Sliders: Clinicians adjust hypothetical daily sleep, ambulatory steps, BP target, and adherence.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Zero-Mutation Architecture: Sandbox runs in isolated memory; Rahul's genuine EHR and telemetry remain completely untouched.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Side-by-Side Comparison: Direct visual comparison showing Baseline Risk (14.8%) vs Simulated Risk (7.2%) with -51.4% relative delta.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Scientific Integrity: Transparent clinical disclaimer clarifying mathematical sensitivity versus causal treatment claims.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Traceability, Security &amp; Interoperability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Healthcare-Grade Governance and Ethical AI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Tamper-Evident Audit Ledger: Full logging of every registration, CSV ingestion, simulation run, and threshold breach.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Data Provenance: Clicking any metric or insight displays the exact source records, timestamps, and confidence scores.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Interoperability Standards: Data structures align with HL7 FHIR R5 Patient, Observation, and Condition resources.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Clinical Non-Diagnostic Disclaimer: Built strictly as a clinical decision support prototype adhering to FDA/CDSCO software guidelines.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EA5E9"/>
                </a:solidFill>
              </a:defRPr>
            </a:pPr>
            <a:r>
              <a:t>Project Outcomes &amp; Demonstration Roadmap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Ready for End-to-End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698480" cy="429768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Full-Stack Operational: Tested and verified across Python FastAPI, Spring Boot 3, and React 18.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Synthetic Clinical Profile: Seeded with Rahul Verma (52M) including 14 days of historical telemetry and clinical vitals.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Public GitHub Repository: https://github.com/ShrushtiKakade/Digital_Twin.git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Open Source License: MIT License included in repository.</a:t>
            </a:r>
          </a:p>
          <a:p>
            <a:pPr>
              <a:spcAft>
                <a:spcPts val="1400"/>
              </a:spcAft>
              <a:defRPr sz="1500">
                <a:solidFill>
                  <a:srgbClr val="F1F5F9"/>
                </a:solidFill>
              </a:defRPr>
            </a:pPr>
            <a:r>
              <a:t>•  Next Steps: Integration with authorized hospital FHIR APIs and prospective clinical validation.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