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</a:defRPr>
            </a:pPr>
            <a:r>
              <a:t>Happiest Healthy Digital Twin — Complete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A5E9"/>
                </a:solidFill>
              </a:defRPr>
            </a:pPr>
            <a:r>
              <a:t>PRESENTATION TIER (React 18)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Patient Twin Visualizer (Vital Deltas)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Recharts Multi-Series Telemetry Charts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Evidence-Backed Insights Feed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30-Day Risk Gauge (95% CI &amp; SHAP)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What-If Counterfactual Sandbox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LOINC Lab Panels &amp; CSV EHR Importer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Traceability &amp; Provenance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47472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73736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ORCHESTRATOR TIER (Java Spring Boot 3)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Secure REST Gateway (CORS &amp; RBAC)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EHR CSV Parser &amp; LOINC Field Mapper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Biological Range &amp; Unit Validation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Wearable Telemetry Stream Handler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Digital Twin Baseline State Engine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AI Microservice Coordination (RestClient)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Audit Trail &amp; Provenance Registry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Wearable Demo Scenario Simulator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645920"/>
            <a:ext cx="329184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855F7"/>
                </a:solidFill>
              </a:defRPr>
            </a:pPr>
            <a:r>
              <a:t>AI / ML TIER (Python FastAPI)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Statistical Trend &amp; Evidence Engine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Calibrated 30-Day Cardio Risk ML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Zero-Mutation What-If Sandbox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Uncertainty &amp; SHAP Feature Weights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931920"/>
            <a:ext cx="329184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0233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DATA TIER (MySQL 8 Relational)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patients, ehr_records, wearable_data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twin_states, health_insights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predictions, simulation_runs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audit_logs, data_sources, consents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